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9439229d52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9439229d52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439229d5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9439229d5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e1c73324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e1c73324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e1c73324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5e1c73324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e1c73324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e1c7332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e1c7332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e1c7332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e1c73324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e1c73324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e1c73324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e1c73324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e1c73324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5e1c73324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439229d5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439229d5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9439229d52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9439229d5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9439229d5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9439229d5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s6jm2gU-rYcof1oV-bETTKiZYctJ-nuu/view" TargetMode="External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-282867" y="6944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BERToid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Lightweight Medical Query System (SLiMQ)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401400" y="2149075"/>
            <a:ext cx="23496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By: </a:t>
            </a:r>
            <a:r>
              <a:rPr lang="en" sz="1800">
                <a:solidFill>
                  <a:schemeClr val="dk1"/>
                </a:solidFill>
              </a:rPr>
              <a:t>Its GIF not GIF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4" y="0"/>
            <a:ext cx="4097100" cy="9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What are we solving</a:t>
            </a:r>
            <a:endParaRPr sz="3600"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76175" y="10790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 smart medical QA system to aid doctors that doesn’t hallucinate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Lightweight enough to run on off-the shelf devices (Eg: mobile phones)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4" y="0"/>
            <a:ext cx="4097100" cy="9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Approach</a:t>
            </a:r>
            <a:endParaRPr sz="3600"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76175" y="1079025"/>
            <a:ext cx="8520600" cy="19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Read the “Question Answering with Long Multiple-Span Answers by Ming Zhu et al.” which introduced the idea of comparing the context’s sentence </a:t>
            </a:r>
            <a:r>
              <a:rPr lang="en" sz="1700"/>
              <a:t>similarity</a:t>
            </a:r>
            <a:r>
              <a:rPr lang="en" sz="1700"/>
              <a:t>  with the query as well as similarity with other sentences.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Even though the paper claimed this method was suboptimal, this felt the most approachable for a hackathon.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#1: </a:t>
            </a:r>
            <a:r>
              <a:rPr lang="en" sz="1800">
                <a:solidFill>
                  <a:schemeClr val="lt2"/>
                </a:solidFill>
              </a:rPr>
              <a:t>Fine tune LLAMa on the MASHQA dataset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- The instruction prompt to LLAMA would be the query and the context and the target was the correct answers.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#1: </a:t>
            </a:r>
            <a:r>
              <a:rPr lang="en" sz="1800">
                <a:solidFill>
                  <a:schemeClr val="lt2"/>
                </a:solidFill>
              </a:rPr>
              <a:t>Fine tune LLAMa on the MASHQA dataset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The instruction prompt to LLAMA would be the query and the context and the target was the correct answers.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Challenge: Token limit of LLAMA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#1: </a:t>
            </a:r>
            <a:r>
              <a:rPr lang="en" sz="1800">
                <a:solidFill>
                  <a:schemeClr val="lt2"/>
                </a:solidFill>
              </a:rPr>
              <a:t>Fine tune LLAMa on the MASHQA dataset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The instruction prompt to LLAMA would be the query and the context and the target was the correct answers.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Challenge: Token limit of LLAMA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Solution: Chunk the context and concatenate individual results using langchain or smtg similar.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with the approach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Quantized LLAMA with less than a billion parameters is still unreasonably slow on a CPU.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Took 2 minutes to print one token locally (unacceptable)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#2: Use BERT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 BERT which is a relatively smaller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Get the similarity scores between each sentence of the context and the query.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Print the sentences which are above some threshold of similarity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challenge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048" y="912400"/>
            <a:ext cx="489065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Ported bert.cpp to android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 can run using termux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ctrTitle"/>
          </p:nvPr>
        </p:nvSpPr>
        <p:spPr>
          <a:xfrm>
            <a:off x="4" y="0"/>
            <a:ext cx="4097100" cy="9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Flow Chart</a:t>
            </a:r>
            <a:endParaRPr sz="3600"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650" y="798875"/>
            <a:ext cx="7003524" cy="37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ctrTitle"/>
          </p:nvPr>
        </p:nvSpPr>
        <p:spPr>
          <a:xfrm>
            <a:off x="4" y="0"/>
            <a:ext cx="4097100" cy="9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Demo</a:t>
            </a:r>
            <a:endParaRPr sz="3600"/>
          </a:p>
        </p:txBody>
      </p:sp>
      <p:pic>
        <p:nvPicPr>
          <p:cNvPr id="123" name="Google Shape;123;p24" title="BERToid_megathon2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948900"/>
            <a:ext cx="82296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ctrTitle"/>
          </p:nvPr>
        </p:nvSpPr>
        <p:spPr>
          <a:xfrm>
            <a:off x="2484900" y="1849350"/>
            <a:ext cx="4174200" cy="144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r>
              <a:rPr lang="en"/>
              <a:t>!</a:t>
            </a:r>
            <a:r>
              <a:rPr lang="en"/>
              <a:t>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